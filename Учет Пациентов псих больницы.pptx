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4DA01B-C281-4FFD-B6DC-40B615C06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503" y="444617"/>
            <a:ext cx="11736198" cy="3271706"/>
          </a:xfrm>
        </p:spPr>
        <p:txBody>
          <a:bodyPr/>
          <a:lstStyle/>
          <a:p>
            <a:pPr algn="ctr"/>
            <a:r>
              <a:rPr lang="ru-RU" b="1" dirty="0"/>
              <a:t>Учет Пациентов псих больницы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30D73E-59DD-4388-9B32-2664B78C66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Выполнил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  <a:r>
              <a:rPr lang="ru-RU" sz="2400" dirty="0">
                <a:solidFill>
                  <a:schemeClr val="tx1"/>
                </a:solidFill>
              </a:rPr>
              <a:t> Комаров Марк</a:t>
            </a:r>
          </a:p>
        </p:txBody>
      </p:sp>
    </p:spTree>
    <p:extLst>
      <p:ext uri="{BB962C8B-B14F-4D97-AF65-F5344CB8AC3E}">
        <p14:creationId xmlns:p14="http://schemas.microsoft.com/office/powerpoint/2010/main" val="1613139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A3C236-FF13-481A-BF29-F0EF63BDD9E6}"/>
              </a:ext>
            </a:extLst>
          </p:cNvPr>
          <p:cNvSpPr txBox="1"/>
          <p:nvPr/>
        </p:nvSpPr>
        <p:spPr>
          <a:xfrm>
            <a:off x="1308683" y="679507"/>
            <a:ext cx="96725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Цель</a:t>
            </a:r>
            <a:r>
              <a:rPr lang="en-US" sz="4000" dirty="0"/>
              <a:t>: </a:t>
            </a:r>
          </a:p>
          <a:p>
            <a:r>
              <a:rPr lang="ru-RU" sz="4000" dirty="0"/>
              <a:t>создать удобный учет пациентов</a:t>
            </a:r>
          </a:p>
          <a:p>
            <a:endParaRPr lang="en-US" sz="4000" dirty="0"/>
          </a:p>
          <a:p>
            <a:r>
              <a:rPr lang="ru-RU" sz="4000" dirty="0"/>
              <a:t>Возможность редактирования</a:t>
            </a:r>
          </a:p>
          <a:p>
            <a:endParaRPr lang="ru-RU" sz="4000" dirty="0"/>
          </a:p>
          <a:p>
            <a:r>
              <a:rPr lang="ru-RU" sz="4000" dirty="0"/>
              <a:t>Журнал пациентов</a:t>
            </a:r>
          </a:p>
          <a:p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86252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016517-C034-49FF-8866-623A59AFAA39}"/>
              </a:ext>
            </a:extLst>
          </p:cNvPr>
          <p:cNvSpPr txBox="1"/>
          <p:nvPr/>
        </p:nvSpPr>
        <p:spPr>
          <a:xfrm>
            <a:off x="1577130" y="1048623"/>
            <a:ext cx="78688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Проблема</a:t>
            </a:r>
            <a:r>
              <a:rPr lang="en-US" dirty="0"/>
              <a:t>:</a:t>
            </a:r>
            <a:endParaRPr lang="ru-RU" dirty="0"/>
          </a:p>
          <a:p>
            <a:r>
              <a:rPr lang="ru-RU" b="1" dirty="0">
                <a:solidFill>
                  <a:schemeClr val="accent6"/>
                </a:solidFill>
              </a:rPr>
              <a:t>ТЕКУЩАЯ СИТУАЦИЯ:</a:t>
            </a:r>
            <a:endParaRPr lang="ru-RU" dirty="0">
              <a:solidFill>
                <a:schemeClr val="accent6"/>
              </a:solidFill>
            </a:endParaRPr>
          </a:p>
          <a:p>
            <a:r>
              <a:rPr lang="ru-RU" b="1" dirty="0"/>
              <a:t>Бумажный документооборот</a:t>
            </a:r>
            <a:r>
              <a:rPr lang="ru-RU" dirty="0"/>
              <a:t> - потеря времени на заполнение журналов</a:t>
            </a:r>
          </a:p>
          <a:p>
            <a:r>
              <a:rPr lang="ru-RU" b="1" dirty="0"/>
              <a:t>Отсутствие централизованной базы</a:t>
            </a:r>
            <a:r>
              <a:rPr lang="ru-RU" dirty="0"/>
              <a:t> - данные разрознены</a:t>
            </a:r>
          </a:p>
          <a:p>
            <a:r>
              <a:rPr lang="ru-RU" b="1" dirty="0"/>
              <a:t>Сложность поиска информации</a:t>
            </a:r>
            <a:r>
              <a:rPr lang="ru-RU" dirty="0"/>
              <a:t> - ручной поиск по журналам      </a:t>
            </a:r>
            <a:r>
              <a:rPr lang="ru-RU" b="1" dirty="0"/>
              <a:t>Отсутствие статистики</a:t>
            </a:r>
            <a:r>
              <a:rPr lang="ru-RU" dirty="0"/>
              <a:t> - невозможно быстро получить аналитику</a:t>
            </a:r>
          </a:p>
          <a:p>
            <a:r>
              <a:rPr lang="ru-RU" b="1" dirty="0"/>
              <a:t>Риск потери данных</a:t>
            </a:r>
            <a:r>
              <a:rPr lang="ru-RU" dirty="0"/>
              <a:t> - бумажные носители ненадёжны</a:t>
            </a:r>
          </a:p>
          <a:p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РЕШЕНИЕ:</a:t>
            </a:r>
            <a:endParaRPr lang="ru-RU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ru-RU" dirty="0"/>
              <a:t>Автоматизированная система учёта с:</a:t>
            </a:r>
          </a:p>
          <a:p>
            <a:r>
              <a:rPr lang="ru-RU" dirty="0"/>
              <a:t>Электронной базой данных</a:t>
            </a:r>
          </a:p>
          <a:p>
            <a:r>
              <a:rPr lang="ru-RU" dirty="0"/>
              <a:t>Быстрым поиском пациентов</a:t>
            </a:r>
          </a:p>
          <a:p>
            <a:r>
              <a:rPr lang="ru-RU" dirty="0"/>
              <a:t>Ведением журнала медицинских записей</a:t>
            </a:r>
          </a:p>
          <a:p>
            <a:r>
              <a:rPr lang="ru-RU" dirty="0"/>
              <a:t>Статистикой в реальном времени</a:t>
            </a:r>
          </a:p>
          <a:p>
            <a:r>
              <a:rPr lang="ru-RU" dirty="0"/>
              <a:t>Веб и десктоп интерфейсами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8928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F77FDD-A2A4-4327-A190-A6A557EF3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03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7F632CF-1694-4446-A12A-2F204F11E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362" y="514350"/>
            <a:ext cx="4867275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46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E8ACD-2AA5-4341-AC17-068D8C26E132}"/>
              </a:ext>
            </a:extLst>
          </p:cNvPr>
          <p:cNvSpPr txBox="1"/>
          <p:nvPr/>
        </p:nvSpPr>
        <p:spPr>
          <a:xfrm>
            <a:off x="1233182" y="939566"/>
            <a:ext cx="99912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Заключение</a:t>
            </a:r>
            <a:r>
              <a:rPr lang="en-US" sz="2800" b="1" dirty="0"/>
              <a:t>:</a:t>
            </a:r>
            <a:endParaRPr lang="ru-RU" sz="2800" b="1" dirty="0"/>
          </a:p>
          <a:p>
            <a:r>
              <a:rPr lang="ru-RU" sz="2800" b="1" dirty="0"/>
              <a:t>ДОСТИГНУТЫЕ РЕЗУЛЬТАТЫ:</a:t>
            </a:r>
          </a:p>
          <a:p>
            <a:r>
              <a:rPr lang="ru-RU" sz="2800" dirty="0"/>
              <a:t>Автоматизация - сокращение времени на учёт на 70%</a:t>
            </a:r>
          </a:p>
          <a:p>
            <a:r>
              <a:rPr lang="ru-RU" sz="2800" dirty="0"/>
              <a:t>Централизация - все данные в одной базе</a:t>
            </a:r>
          </a:p>
          <a:p>
            <a:r>
              <a:rPr lang="ru-RU" sz="2800" dirty="0"/>
              <a:t>Безопасность - защита персональных данных</a:t>
            </a:r>
          </a:p>
          <a:p>
            <a:r>
              <a:rPr lang="ru-RU" sz="2800" dirty="0"/>
              <a:t>Доступность - веб и десктоп версии</a:t>
            </a:r>
          </a:p>
          <a:p>
            <a:r>
              <a:rPr lang="ru-RU" sz="2800" dirty="0"/>
              <a:t>Масштабируемость - лёгкое добавление нового функционала</a:t>
            </a:r>
          </a:p>
          <a:p>
            <a:endParaRPr lang="ru-RU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2010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450FC-1C74-4271-AA3F-0EF4221FE8F4}"/>
              </a:ext>
            </a:extLst>
          </p:cNvPr>
          <p:cNvSpPr txBox="1"/>
          <p:nvPr/>
        </p:nvSpPr>
        <p:spPr>
          <a:xfrm>
            <a:off x="234891" y="2659310"/>
            <a:ext cx="117781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827727620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26</TotalTime>
  <Words>125</Words>
  <Application>Microsoft Office PowerPoint</Application>
  <PresentationFormat>Широкоэкранный</PresentationFormat>
  <Paragraphs>29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Сектор</vt:lpstr>
      <vt:lpstr>Учет Пациентов псих больницы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Учет Пациентов псих больницы</dc:title>
  <dc:creator>Марк Комаров</dc:creator>
  <cp:lastModifiedBy>Марк Комаров</cp:lastModifiedBy>
  <cp:revision>4</cp:revision>
  <dcterms:created xsi:type="dcterms:W3CDTF">2026-03-28T00:50:39Z</dcterms:created>
  <dcterms:modified xsi:type="dcterms:W3CDTF">2026-03-28T01:17:24Z</dcterms:modified>
</cp:coreProperties>
</file>